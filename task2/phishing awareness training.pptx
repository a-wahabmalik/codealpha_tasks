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5852A-0E09-44AE-A9BF-D36A67B2C7CD}" v="69" dt="2025-10-30T07:48:51.525"/>
    <p1510:client id="{FA5CA5FC-539E-F9DF-8430-16D4C77524AA}" v="2" dt="2025-10-30T07:54:51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wahab Malik" userId="78d3c7f162c54477" providerId="Windows Live" clId="Web-{6315852A-0E09-44AE-A9BF-D36A67B2C7CD}"/>
    <pc:docChg chg="mod addSld modSld addMainMaster delMainMaster">
      <pc:chgData name="Abdulwahab Malik" userId="78d3c7f162c54477" providerId="Windows Live" clId="Web-{6315852A-0E09-44AE-A9BF-D36A67B2C7CD}" dt="2025-10-30T07:48:59.931" v="84"/>
      <pc:docMkLst>
        <pc:docMk/>
      </pc:docMkLst>
      <pc:sldChg chg="addSp delSp modSp mod setBg modClrScheme delDesignElem chgLayout">
        <pc:chgData name="Abdulwahab Malik" userId="78d3c7f162c54477" providerId="Windows Live" clId="Web-{6315852A-0E09-44AE-A9BF-D36A67B2C7CD}" dt="2025-10-30T07:37:42.417" v="46"/>
        <pc:sldMkLst>
          <pc:docMk/>
          <pc:sldMk cId="109857222" sldId="256"/>
        </pc:sldMkLst>
        <pc:spChg chg="mod ord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8" creationId="{3677BAFB-3BD3-41BB-9107-FAE224AE21C4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10" creationId="{E6823A9B-C188-42D4-847C-3AD928DB145C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12" creationId="{34B557F3-1A0C-4749-A6DB-EAC082DF390B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14" creationId="{55D55AA6-3751-494F-868A-DCEDC5CE82BF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16" creationId="{4D4C00DC-4DC6-4CD2-9E31-F17E6CEBC5A6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18" creationId="{D82AB1B2-7970-42CF-8BF5-567C69E9FFFB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24" creationId="{C10FB9CA-E7FA-462C-B537-F1224ED1ACF4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09857222" sldId="256"/>
            <ac:spMk id="26" creationId="{D8469AE7-A75B-4F37-850B-EF5974ABED2C}"/>
          </ac:spMkLst>
        </pc:spChg>
      </pc:sldChg>
      <pc:sldChg chg="addSp delSp modSp new mod setBg modClrScheme delDesignElem chgLayout">
        <pc:chgData name="Abdulwahab Malik" userId="78d3c7f162c54477" providerId="Windows Live" clId="Web-{6315852A-0E09-44AE-A9BF-D36A67B2C7CD}" dt="2025-10-30T07:37:42.417" v="46"/>
        <pc:sldMkLst>
          <pc:docMk/>
          <pc:sldMk cId="1777090764" sldId="257"/>
        </pc:sldMkLst>
        <pc:spChg chg="mod ord">
          <ac:chgData name="Abdulwahab Malik" userId="78d3c7f162c54477" providerId="Windows Live" clId="Web-{6315852A-0E09-44AE-A9BF-D36A67B2C7CD}" dt="2025-10-30T07:37:42.417" v="46"/>
          <ac:spMkLst>
            <pc:docMk/>
            <pc:sldMk cId="1777090764" sldId="257"/>
            <ac:spMk id="2" creationId="{BF9E15A0-7D8F-06D5-2A0B-613C4302423E}"/>
          </ac:spMkLst>
        </pc:spChg>
        <pc:spChg chg="mod ord">
          <ac:chgData name="Abdulwahab Malik" userId="78d3c7f162c54477" providerId="Windows Live" clId="Web-{6315852A-0E09-44AE-A9BF-D36A67B2C7CD}" dt="2025-10-30T07:37:42.417" v="46"/>
          <ac:spMkLst>
            <pc:docMk/>
            <pc:sldMk cId="1777090764" sldId="257"/>
            <ac:spMk id="3" creationId="{A81E72D2-AF04-32C1-52FC-079B76B1F12B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777090764" sldId="257"/>
            <ac:spMk id="8" creationId="{5A0118C5-4F8D-4CF4-BADD-53FEACC6C42A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777090764" sldId="257"/>
            <ac:spMk id="10" creationId="{D0A98BBA-D3EA-45DC-B8A1-9C61397D4C21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1777090764" sldId="257"/>
            <ac:spMk id="12" creationId="{2E4C95AB-2BD7-4E38-BDD5-1E41F3A9BCF3}"/>
          </ac:spMkLst>
        </pc:spChg>
        <pc:grpChg chg="add del">
          <ac:chgData name="Abdulwahab Malik" userId="78d3c7f162c54477" providerId="Windows Live" clId="Web-{6315852A-0E09-44AE-A9BF-D36A67B2C7CD}" dt="2025-10-30T07:37:42.417" v="46"/>
          <ac:grpSpMkLst>
            <pc:docMk/>
            <pc:sldMk cId="1777090764" sldId="257"/>
            <ac:grpSpMk id="14" creationId="{85836128-58DE-4E5A-B27E-DFE747CA0B2B}"/>
          </ac:grpSpMkLst>
        </pc:grpChg>
      </pc:sldChg>
      <pc:sldChg chg="addSp delSp modSp new mod setBg modClrScheme delDesignElem chgLayout">
        <pc:chgData name="Abdulwahab Malik" userId="78d3c7f162c54477" providerId="Windows Live" clId="Web-{6315852A-0E09-44AE-A9BF-D36A67B2C7CD}" dt="2025-10-30T07:37:42.417" v="46"/>
        <pc:sldMkLst>
          <pc:docMk/>
          <pc:sldMk cId="4292389549" sldId="258"/>
        </pc:sldMkLst>
        <pc:spChg chg="mod ord">
          <ac:chgData name="Abdulwahab Malik" userId="78d3c7f162c54477" providerId="Windows Live" clId="Web-{6315852A-0E09-44AE-A9BF-D36A67B2C7CD}" dt="2025-10-30T07:37:42.417" v="46"/>
          <ac:spMkLst>
            <pc:docMk/>
            <pc:sldMk cId="4292389549" sldId="258"/>
            <ac:spMk id="2" creationId="{0CDEFE9F-81C2-B5C2-230C-42B3E248CD90}"/>
          </ac:spMkLst>
        </pc:spChg>
        <pc:spChg chg="del">
          <ac:chgData name="Abdulwahab Malik" userId="78d3c7f162c54477" providerId="Windows Live" clId="Web-{6315852A-0E09-44AE-A9BF-D36A67B2C7CD}" dt="2025-10-30T07:33:51.521" v="36"/>
          <ac:spMkLst>
            <pc:docMk/>
            <pc:sldMk cId="4292389549" sldId="258"/>
            <ac:spMk id="3" creationId="{5FBDC217-4D6E-6B12-3665-5E9137802AC6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4292389549" sldId="258"/>
            <ac:spMk id="10" creationId="{BACC6370-2D7E-4714-9D71-7542949D7D5D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4292389549" sldId="258"/>
            <ac:spMk id="12" creationId="{F68B3F68-107C-434F-AA38-110D5EA91B85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4292389549" sldId="258"/>
            <ac:spMk id="14" creationId="{AAD0DBB9-1A4B-4391-81D4-CB19F9AB918A}"/>
          </ac:spMkLst>
        </pc:spChg>
        <pc:spChg chg="add del">
          <ac:chgData name="Abdulwahab Malik" userId="78d3c7f162c54477" providerId="Windows Live" clId="Web-{6315852A-0E09-44AE-A9BF-D36A67B2C7CD}" dt="2025-10-30T07:37:42.417" v="46"/>
          <ac:spMkLst>
            <pc:docMk/>
            <pc:sldMk cId="4292389549" sldId="258"/>
            <ac:spMk id="16" creationId="{063BBA22-50EA-4C4D-BE05-F1CE4E63AA56}"/>
          </ac:spMkLst>
        </pc:spChg>
        <pc:graphicFrameChg chg="add mod ord modGraphic">
          <ac:chgData name="Abdulwahab Malik" userId="78d3c7f162c54477" providerId="Windows Live" clId="Web-{6315852A-0E09-44AE-A9BF-D36A67B2C7CD}" dt="2025-10-30T07:37:42.417" v="46"/>
          <ac:graphicFrameMkLst>
            <pc:docMk/>
            <pc:sldMk cId="4292389549" sldId="258"/>
            <ac:graphicFrameMk id="5" creationId="{0A9DAB8C-3231-AD65-8881-F9DBB0AD9F63}"/>
          </ac:graphicFrameMkLst>
        </pc:graphicFrameChg>
      </pc:sldChg>
      <pc:sldChg chg="addSp delSp modSp new mod setBg modClrScheme setClrOvrMap chgLayout">
        <pc:chgData name="Abdulwahab Malik" userId="78d3c7f162c54477" providerId="Windows Live" clId="Web-{6315852A-0E09-44AE-A9BF-D36A67B2C7CD}" dt="2025-10-30T07:39:59.747" v="55"/>
        <pc:sldMkLst>
          <pc:docMk/>
          <pc:sldMk cId="3707684374" sldId="259"/>
        </pc:sldMkLst>
        <pc:spChg chg="mod ord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2" creationId="{F6930E99-E68A-7317-4A9D-243BCC0629C7}"/>
          </ac:spMkLst>
        </pc:spChg>
        <pc:spChg chg="del mod ord">
          <ac:chgData name="Abdulwahab Malik" userId="78d3c7f162c54477" providerId="Windows Live" clId="Web-{6315852A-0E09-44AE-A9BF-D36A67B2C7CD}" dt="2025-10-30T07:38:18.433" v="47"/>
          <ac:spMkLst>
            <pc:docMk/>
            <pc:sldMk cId="3707684374" sldId="259"/>
            <ac:spMk id="3" creationId="{E86A02F8-31C9-5DE5-2DBC-7C4CC36A6826}"/>
          </ac:spMkLst>
        </pc:spChg>
        <pc:spChg chg="add del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9" creationId="{BACC6370-2D7E-4714-9D71-7542949D7D5D}"/>
          </ac:spMkLst>
        </pc:spChg>
        <pc:spChg chg="add del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11" creationId="{F68B3F68-107C-434F-AA38-110D5EA91B85}"/>
          </ac:spMkLst>
        </pc:spChg>
        <pc:spChg chg="add del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13" creationId="{AAD0DBB9-1A4B-4391-81D4-CB19F9AB918A}"/>
          </ac:spMkLst>
        </pc:spChg>
        <pc:spChg chg="add del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15" creationId="{063BBA22-50EA-4C4D-BE05-F1CE4E63AA56}"/>
          </ac:spMkLst>
        </pc:spChg>
        <pc:spChg chg="add del mod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55" creationId="{28D94D32-FBD8-DB77-0E57-4E6B2E3E3798}"/>
          </ac:spMkLst>
        </pc:spChg>
        <pc:spChg chg="add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61" creationId="{A3EFF7B1-6CB7-47D1-AD37-B870CA2B2151}"/>
          </ac:spMkLst>
        </pc:spChg>
        <pc:spChg chg="add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63" creationId="{7FA2962B-21B6-4689-A95D-A8FF6ADE47F1}"/>
          </ac:spMkLst>
        </pc:spChg>
        <pc:spChg chg="add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79" creationId="{A00D2CE1-35C1-46E6-BD59-CEE668BD90F4}"/>
          </ac:spMkLst>
        </pc:spChg>
        <pc:spChg chg="add">
          <ac:chgData name="Abdulwahab Malik" userId="78d3c7f162c54477" providerId="Windows Live" clId="Web-{6315852A-0E09-44AE-A9BF-D36A67B2C7CD}" dt="2025-10-30T07:39:59.747" v="55"/>
          <ac:spMkLst>
            <pc:docMk/>
            <pc:sldMk cId="3707684374" sldId="259"/>
            <ac:spMk id="87" creationId="{E18403B7-F2C7-4C07-8522-21C31910902C}"/>
          </ac:spMkLst>
        </pc:spChg>
        <pc:graphicFrameChg chg="add del modGraphic">
          <ac:chgData name="Abdulwahab Malik" userId="78d3c7f162c54477" providerId="Windows Live" clId="Web-{6315852A-0E09-44AE-A9BF-D36A67B2C7CD}" dt="2025-10-30T07:38:48.918" v="52"/>
          <ac:graphicFrameMkLst>
            <pc:docMk/>
            <pc:sldMk cId="3707684374" sldId="259"/>
            <ac:graphicFrameMk id="5" creationId="{15BEE1C8-E0C4-FECB-B49B-4ADB9DB01D76}"/>
          </ac:graphicFrameMkLst>
        </pc:graphicFrameChg>
      </pc:sldChg>
      <pc:sldChg chg="addSp modSp new mod setBg setClrOvrMap">
        <pc:chgData name="Abdulwahab Malik" userId="78d3c7f162c54477" providerId="Windows Live" clId="Web-{6315852A-0E09-44AE-A9BF-D36A67B2C7CD}" dt="2025-10-30T07:42:01.811" v="61"/>
        <pc:sldMkLst>
          <pc:docMk/>
          <pc:sldMk cId="2582142654" sldId="260"/>
        </pc:sldMkLst>
        <pc:spChg chg="mod">
          <ac:chgData name="Abdulwahab Malik" userId="78d3c7f162c54477" providerId="Windows Live" clId="Web-{6315852A-0E09-44AE-A9BF-D36A67B2C7CD}" dt="2025-10-30T07:42:01.811" v="61"/>
          <ac:spMkLst>
            <pc:docMk/>
            <pc:sldMk cId="2582142654" sldId="260"/>
            <ac:spMk id="2" creationId="{9B910C2F-D2C9-C63C-1B9E-94A6D8F44CC8}"/>
          </ac:spMkLst>
        </pc:spChg>
        <pc:spChg chg="mod">
          <ac:chgData name="Abdulwahab Malik" userId="78d3c7f162c54477" providerId="Windows Live" clId="Web-{6315852A-0E09-44AE-A9BF-D36A67B2C7CD}" dt="2025-10-30T07:42:01.811" v="61"/>
          <ac:spMkLst>
            <pc:docMk/>
            <pc:sldMk cId="2582142654" sldId="260"/>
            <ac:spMk id="3" creationId="{2E9BBAC4-E956-9077-74DA-F502C77EED65}"/>
          </ac:spMkLst>
        </pc:spChg>
        <pc:spChg chg="add">
          <ac:chgData name="Abdulwahab Malik" userId="78d3c7f162c54477" providerId="Windows Live" clId="Web-{6315852A-0E09-44AE-A9BF-D36A67B2C7CD}" dt="2025-10-30T07:42:01.811" v="61"/>
          <ac:spMkLst>
            <pc:docMk/>
            <pc:sldMk cId="2582142654" sldId="260"/>
            <ac:spMk id="8" creationId="{B95B9BA8-1D69-4796-85F5-B6D0BD52354B}"/>
          </ac:spMkLst>
        </pc:spChg>
        <pc:grpChg chg="add">
          <ac:chgData name="Abdulwahab Malik" userId="78d3c7f162c54477" providerId="Windows Live" clId="Web-{6315852A-0E09-44AE-A9BF-D36A67B2C7CD}" dt="2025-10-30T07:42:01.811" v="61"/>
          <ac:grpSpMkLst>
            <pc:docMk/>
            <pc:sldMk cId="2582142654" sldId="260"/>
            <ac:grpSpMk id="10" creationId="{4728F330-19FB-4D39-BD0F-53032ABFEB7F}"/>
          </ac:grpSpMkLst>
        </pc:grpChg>
      </pc:sldChg>
      <pc:sldChg chg="addSp modSp new mod setBg">
        <pc:chgData name="Abdulwahab Malik" userId="78d3c7f162c54477" providerId="Windows Live" clId="Web-{6315852A-0E09-44AE-A9BF-D36A67B2C7CD}" dt="2025-10-30T07:44:44.667" v="66"/>
        <pc:sldMkLst>
          <pc:docMk/>
          <pc:sldMk cId="3668297034" sldId="261"/>
        </pc:sldMkLst>
        <pc:spChg chg="mo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2" creationId="{70A6259D-E8AD-3DE5-9C58-DAF0523DF766}"/>
          </ac:spMkLst>
        </pc:spChg>
        <pc:spChg chg="mo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3" creationId="{9C3CBC1D-8C6C-38F3-CBA3-33919D9F8E52}"/>
          </ac:spMkLst>
        </pc:spChg>
        <pc:spChg chg="ad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8" creationId="{09588DA8-065E-4F6F-8EFD-43104AB2E0CF}"/>
          </ac:spMkLst>
        </pc:spChg>
        <pc:spChg chg="ad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10" creationId="{C4285719-470E-454C-AF62-8323075F1F5B}"/>
          </ac:spMkLst>
        </pc:spChg>
        <pc:spChg chg="ad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12" creationId="{CD9FE4EF-C4D8-49A0-B2FF-81D8DB7D8A24}"/>
          </ac:spMkLst>
        </pc:spChg>
        <pc:spChg chg="ad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14" creationId="{4300840D-0A0B-4512-BACA-B439D5B9C57C}"/>
          </ac:spMkLst>
        </pc:spChg>
        <pc:spChg chg="ad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16" creationId="{D2B78728-A580-49A7-84F9-6EF6F583ADE0}"/>
          </ac:spMkLst>
        </pc:spChg>
        <pc:spChg chg="ad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18" creationId="{38FAA1A1-D861-433F-88FA-1E9D6FD31D11}"/>
          </ac:spMkLst>
        </pc:spChg>
        <pc:spChg chg="add">
          <ac:chgData name="Abdulwahab Malik" userId="78d3c7f162c54477" providerId="Windows Live" clId="Web-{6315852A-0E09-44AE-A9BF-D36A67B2C7CD}" dt="2025-10-30T07:44:44.667" v="66"/>
          <ac:spMkLst>
            <pc:docMk/>
            <pc:sldMk cId="3668297034" sldId="261"/>
            <ac:spMk id="20" creationId="{8D71EDA1-87BF-4D5D-AB79-F346FD19278A}"/>
          </ac:spMkLst>
        </pc:spChg>
      </pc:sldChg>
      <pc:sldChg chg="addSp delSp modSp new mod setBg">
        <pc:chgData name="Abdulwahab Malik" userId="78d3c7f162c54477" providerId="Windows Live" clId="Web-{6315852A-0E09-44AE-A9BF-D36A67B2C7CD}" dt="2025-10-30T07:47:40.490" v="72"/>
        <pc:sldMkLst>
          <pc:docMk/>
          <pc:sldMk cId="1549993494" sldId="262"/>
        </pc:sldMkLst>
        <pc:spChg chg="mod">
          <ac:chgData name="Abdulwahab Malik" userId="78d3c7f162c54477" providerId="Windows Live" clId="Web-{6315852A-0E09-44AE-A9BF-D36A67B2C7CD}" dt="2025-10-30T07:47:40.490" v="72"/>
          <ac:spMkLst>
            <pc:docMk/>
            <pc:sldMk cId="1549993494" sldId="262"/>
            <ac:spMk id="2" creationId="{268C4FC5-A0AD-AD48-41A6-68B183913274}"/>
          </ac:spMkLst>
        </pc:spChg>
        <pc:spChg chg="del mod">
          <ac:chgData name="Abdulwahab Malik" userId="78d3c7f162c54477" providerId="Windows Live" clId="Web-{6315852A-0E09-44AE-A9BF-D36A67B2C7CD}" dt="2025-10-30T07:47:40.490" v="72"/>
          <ac:spMkLst>
            <pc:docMk/>
            <pc:sldMk cId="1549993494" sldId="262"/>
            <ac:spMk id="3" creationId="{B5B4831A-2F1E-3238-763F-3A16B6533A88}"/>
          </ac:spMkLst>
        </pc:spChg>
        <pc:spChg chg="add">
          <ac:chgData name="Abdulwahab Malik" userId="78d3c7f162c54477" providerId="Windows Live" clId="Web-{6315852A-0E09-44AE-A9BF-D36A67B2C7CD}" dt="2025-10-30T07:47:40.490" v="72"/>
          <ac:spMkLst>
            <pc:docMk/>
            <pc:sldMk cId="1549993494" sldId="262"/>
            <ac:spMk id="9" creationId="{BACC6370-2D7E-4714-9D71-7542949D7D5D}"/>
          </ac:spMkLst>
        </pc:spChg>
        <pc:spChg chg="add">
          <ac:chgData name="Abdulwahab Malik" userId="78d3c7f162c54477" providerId="Windows Live" clId="Web-{6315852A-0E09-44AE-A9BF-D36A67B2C7CD}" dt="2025-10-30T07:47:40.490" v="72"/>
          <ac:spMkLst>
            <pc:docMk/>
            <pc:sldMk cId="1549993494" sldId="262"/>
            <ac:spMk id="11" creationId="{F68B3F68-107C-434F-AA38-110D5EA91B85}"/>
          </ac:spMkLst>
        </pc:spChg>
        <pc:spChg chg="add">
          <ac:chgData name="Abdulwahab Malik" userId="78d3c7f162c54477" providerId="Windows Live" clId="Web-{6315852A-0E09-44AE-A9BF-D36A67B2C7CD}" dt="2025-10-30T07:47:40.490" v="72"/>
          <ac:spMkLst>
            <pc:docMk/>
            <pc:sldMk cId="1549993494" sldId="262"/>
            <ac:spMk id="13" creationId="{AAD0DBB9-1A4B-4391-81D4-CB19F9AB918A}"/>
          </ac:spMkLst>
        </pc:spChg>
        <pc:spChg chg="add">
          <ac:chgData name="Abdulwahab Malik" userId="78d3c7f162c54477" providerId="Windows Live" clId="Web-{6315852A-0E09-44AE-A9BF-D36A67B2C7CD}" dt="2025-10-30T07:47:40.490" v="72"/>
          <ac:spMkLst>
            <pc:docMk/>
            <pc:sldMk cId="1549993494" sldId="262"/>
            <ac:spMk id="15" creationId="{063BBA22-50EA-4C4D-BE05-F1CE4E63AA56}"/>
          </ac:spMkLst>
        </pc:spChg>
        <pc:graphicFrameChg chg="add">
          <ac:chgData name="Abdulwahab Malik" userId="78d3c7f162c54477" providerId="Windows Live" clId="Web-{6315852A-0E09-44AE-A9BF-D36A67B2C7CD}" dt="2025-10-30T07:47:40.490" v="72"/>
          <ac:graphicFrameMkLst>
            <pc:docMk/>
            <pc:sldMk cId="1549993494" sldId="262"/>
            <ac:graphicFrameMk id="5" creationId="{B32F0408-CA18-C243-A7DB-AB2F4606FEA1}"/>
          </ac:graphicFrameMkLst>
        </pc:graphicFrameChg>
      </pc:sldChg>
      <pc:sldChg chg="addSp delSp modSp new mod setBg">
        <pc:chgData name="Abdulwahab Malik" userId="78d3c7f162c54477" providerId="Windows Live" clId="Web-{6315852A-0E09-44AE-A9BF-D36A67B2C7CD}" dt="2025-10-30T07:48:59.931" v="84"/>
        <pc:sldMkLst>
          <pc:docMk/>
          <pc:sldMk cId="4218869725" sldId="263"/>
        </pc:sldMkLst>
        <pc:spChg chg="mod">
          <ac:chgData name="Abdulwahab Malik" userId="78d3c7f162c54477" providerId="Windows Live" clId="Web-{6315852A-0E09-44AE-A9BF-D36A67B2C7CD}" dt="2025-10-30T07:48:59.931" v="84"/>
          <ac:spMkLst>
            <pc:docMk/>
            <pc:sldMk cId="4218869725" sldId="263"/>
            <ac:spMk id="2" creationId="{9226B016-D1E3-93DE-5594-CA95155CF8A0}"/>
          </ac:spMkLst>
        </pc:spChg>
        <pc:spChg chg="add del">
          <ac:chgData name="Abdulwahab Malik" userId="78d3c7f162c54477" providerId="Windows Live" clId="Web-{6315852A-0E09-44AE-A9BF-D36A67B2C7CD}" dt="2025-10-30T07:48:59.931" v="84"/>
          <ac:spMkLst>
            <pc:docMk/>
            <pc:sldMk cId="4218869725" sldId="263"/>
            <ac:spMk id="3" creationId="{36792FAD-29DD-CE7A-88BD-E2587FCDCF22}"/>
          </ac:spMkLst>
        </pc:spChg>
        <pc:spChg chg="add del">
          <ac:chgData name="Abdulwahab Malik" userId="78d3c7f162c54477" providerId="Windows Live" clId="Web-{6315852A-0E09-44AE-A9BF-D36A67B2C7CD}" dt="2025-10-30T07:48:59.916" v="83"/>
          <ac:spMkLst>
            <pc:docMk/>
            <pc:sldMk cId="4218869725" sldId="263"/>
            <ac:spMk id="9" creationId="{C1DD1A8A-57D5-4A81-AD04-532B043C5611}"/>
          </ac:spMkLst>
        </pc:spChg>
        <pc:spChg chg="add">
          <ac:chgData name="Abdulwahab Malik" userId="78d3c7f162c54477" providerId="Windows Live" clId="Web-{6315852A-0E09-44AE-A9BF-D36A67B2C7CD}" dt="2025-10-30T07:48:59.931" v="84"/>
          <ac:spMkLst>
            <pc:docMk/>
            <pc:sldMk cId="4218869725" sldId="263"/>
            <ac:spMk id="10" creationId="{A3363022-C969-41E9-8EB2-E4C94908C1FA}"/>
          </ac:spMkLst>
        </pc:spChg>
        <pc:spChg chg="add del">
          <ac:chgData name="Abdulwahab Malik" userId="78d3c7f162c54477" providerId="Windows Live" clId="Web-{6315852A-0E09-44AE-A9BF-D36A67B2C7CD}" dt="2025-10-30T07:48:59.916" v="83"/>
          <ac:spMkLst>
            <pc:docMk/>
            <pc:sldMk cId="4218869725" sldId="263"/>
            <ac:spMk id="11" creationId="{007891EC-4501-44ED-A8C8-B11B6DB767AB}"/>
          </ac:spMkLst>
        </pc:spChg>
        <pc:spChg chg="add">
          <ac:chgData name="Abdulwahab Malik" userId="78d3c7f162c54477" providerId="Windows Live" clId="Web-{6315852A-0E09-44AE-A9BF-D36A67B2C7CD}" dt="2025-10-30T07:48:59.931" v="84"/>
          <ac:spMkLst>
            <pc:docMk/>
            <pc:sldMk cId="4218869725" sldId="263"/>
            <ac:spMk id="12" creationId="{8D1AD6B3-BE88-4CEB-BA17-790657CC4729}"/>
          </ac:spMkLst>
        </pc:spChg>
        <pc:grpChg chg="add">
          <ac:chgData name="Abdulwahab Malik" userId="78d3c7f162c54477" providerId="Windows Live" clId="Web-{6315852A-0E09-44AE-A9BF-D36A67B2C7CD}" dt="2025-10-30T07:48:59.931" v="84"/>
          <ac:grpSpMkLst>
            <pc:docMk/>
            <pc:sldMk cId="4218869725" sldId="263"/>
            <ac:grpSpMk id="14" creationId="{89D1390B-7E13-4B4F-9CB2-391063412E54}"/>
          </ac:grpSpMkLst>
        </pc:grpChg>
        <pc:picChg chg="add del">
          <ac:chgData name="Abdulwahab Malik" userId="78d3c7f162c54477" providerId="Windows Live" clId="Web-{6315852A-0E09-44AE-A9BF-D36A67B2C7CD}" dt="2025-10-30T07:48:59.916" v="83"/>
          <ac:picMkLst>
            <pc:docMk/>
            <pc:sldMk cId="4218869725" sldId="263"/>
            <ac:picMk id="5" creationId="{A3F997B8-10A2-CD28-801D-04CAB451B330}"/>
          </ac:picMkLst>
        </pc:picChg>
        <pc:picChg chg="add">
          <ac:chgData name="Abdulwahab Malik" userId="78d3c7f162c54477" providerId="Windows Live" clId="Web-{6315852A-0E09-44AE-A9BF-D36A67B2C7CD}" dt="2025-10-30T07:48:59.931" v="84"/>
          <ac:picMkLst>
            <pc:docMk/>
            <pc:sldMk cId="4218869725" sldId="263"/>
            <ac:picMk id="7" creationId="{99066201-74C1-7798-3DB9-2748C04FD020}"/>
          </ac:picMkLst>
        </pc:picChg>
      </pc:sldChg>
      <pc:sldMasterChg chg="add del addSldLayout delSldLayout">
        <pc:chgData name="Abdulwahab Malik" userId="78d3c7f162c54477" providerId="Windows Live" clId="Web-{6315852A-0E09-44AE-A9BF-D36A67B2C7CD}" dt="2025-10-30T07:37:42.417" v="46"/>
        <pc:sldMasterMkLst>
          <pc:docMk/>
          <pc:sldMasterMk cId="2460954070" sldId="2147483660"/>
        </pc:sldMasterMkLst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Abdulwahab Malik" userId="78d3c7f162c54477" providerId="Windows Live" clId="Web-{6315852A-0E09-44AE-A9BF-D36A67B2C7CD}" dt="2025-10-30T07:37:42.417" v="4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Abdulwahab Malik" userId="78d3c7f162c54477" providerId="Windows Live" clId="Web-{6315852A-0E09-44AE-A9BF-D36A67B2C7CD}" dt="2025-10-30T07:37:42.417" v="46"/>
        <pc:sldMasterMkLst>
          <pc:docMk/>
          <pc:sldMasterMk cId="1519824811" sldId="2147483672"/>
        </pc:sldMasterMkLst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3778804667" sldId="2147483673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1183952225" sldId="2147483674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3601340730" sldId="2147483675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1258805690" sldId="2147483676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2755400718" sldId="2147483677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2332409215" sldId="2147483678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1314694471" sldId="2147483679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292891252" sldId="2147483680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1957087172" sldId="2147483681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2294156202" sldId="2147483682"/>
          </pc:sldLayoutMkLst>
        </pc:sldLayoutChg>
        <pc:sldLayoutChg chg="add del mod replId">
          <pc:chgData name="Abdulwahab Malik" userId="78d3c7f162c54477" providerId="Windows Live" clId="Web-{6315852A-0E09-44AE-A9BF-D36A67B2C7CD}" dt="2025-10-30T07:37:42.417" v="46"/>
          <pc:sldLayoutMkLst>
            <pc:docMk/>
            <pc:sldMasterMk cId="1519824811" sldId="2147483672"/>
            <pc:sldLayoutMk cId="2071497571" sldId="2147483683"/>
          </pc:sldLayoutMkLst>
        </pc:sldLayoutChg>
      </pc:sldMasterChg>
    </pc:docChg>
  </pc:docChgLst>
  <pc:docChgLst>
    <pc:chgData name="Abdulwahab Malik" userId="78d3c7f162c54477" providerId="Windows Live" clId="Web-{FA5CA5FC-539E-F9DF-8430-16D4C77524AA}"/>
    <pc:docChg chg="addSld delSld">
      <pc:chgData name="Abdulwahab Malik" userId="78d3c7f162c54477" providerId="Windows Live" clId="Web-{FA5CA5FC-539E-F9DF-8430-16D4C77524AA}" dt="2025-10-30T07:54:51.890" v="1"/>
      <pc:docMkLst>
        <pc:docMk/>
      </pc:docMkLst>
      <pc:sldChg chg="new del">
        <pc:chgData name="Abdulwahab Malik" userId="78d3c7f162c54477" providerId="Windows Live" clId="Web-{FA5CA5FC-539E-F9DF-8430-16D4C77524AA}" dt="2025-10-30T07:54:51.890" v="1"/>
        <pc:sldMkLst>
          <pc:docMk/>
          <pc:sldMk cId="3624675771" sldId="26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mailto:support@paypaI.com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mailto:support@paypaI.com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750329-3B02-4BE0-BF65-74F8C196C63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7E67E4-701D-4CB2-AF66-89B52B6C8BF8}">
      <dgm:prSet/>
      <dgm:spPr/>
      <dgm:t>
        <a:bodyPr/>
        <a:lstStyle/>
        <a:p>
          <a:r>
            <a:rPr lang="en-US"/>
            <a:t>Unknown or odd email sender</a:t>
          </a:r>
        </a:p>
      </dgm:t>
    </dgm:pt>
    <dgm:pt modelId="{EA159766-8986-4D6A-BEFD-D7AF5CEB9A6C}" type="parTrans" cxnId="{59AB7F28-E47F-4F2A-A00A-C686CECE17FC}">
      <dgm:prSet/>
      <dgm:spPr/>
      <dgm:t>
        <a:bodyPr/>
        <a:lstStyle/>
        <a:p>
          <a:endParaRPr lang="en-US"/>
        </a:p>
      </dgm:t>
    </dgm:pt>
    <dgm:pt modelId="{00E5EF76-94FA-4DA3-84AE-EE42E5506228}" type="sibTrans" cxnId="{59AB7F28-E47F-4F2A-A00A-C686CECE17FC}">
      <dgm:prSet/>
      <dgm:spPr/>
      <dgm:t>
        <a:bodyPr/>
        <a:lstStyle/>
        <a:p>
          <a:endParaRPr lang="en-US"/>
        </a:p>
      </dgm:t>
    </dgm:pt>
    <dgm:pt modelId="{61A27188-BBBC-4BB8-BF72-86F5D7C6E153}">
      <dgm:prSet/>
      <dgm:spPr/>
      <dgm:t>
        <a:bodyPr/>
        <a:lstStyle/>
        <a:p>
          <a:r>
            <a:rPr lang="en-US"/>
            <a:t>Urgent or threatening language (e.g., </a:t>
          </a:r>
          <a:r>
            <a:rPr lang="en-US" i="1"/>
            <a:t>“Account will be blocked!”</a:t>
          </a:r>
          <a:r>
            <a:rPr lang="en-US"/>
            <a:t>)</a:t>
          </a:r>
        </a:p>
      </dgm:t>
    </dgm:pt>
    <dgm:pt modelId="{402387C0-B7E2-4A01-B537-D218C24194F5}" type="parTrans" cxnId="{069BC7A8-B33B-49DA-9B29-F0C790713CE3}">
      <dgm:prSet/>
      <dgm:spPr/>
      <dgm:t>
        <a:bodyPr/>
        <a:lstStyle/>
        <a:p>
          <a:endParaRPr lang="en-US"/>
        </a:p>
      </dgm:t>
    </dgm:pt>
    <dgm:pt modelId="{DAAE3A59-5224-4CAB-9100-F02763693485}" type="sibTrans" cxnId="{069BC7A8-B33B-49DA-9B29-F0C790713CE3}">
      <dgm:prSet/>
      <dgm:spPr/>
      <dgm:t>
        <a:bodyPr/>
        <a:lstStyle/>
        <a:p>
          <a:endParaRPr lang="en-US"/>
        </a:p>
      </dgm:t>
    </dgm:pt>
    <dgm:pt modelId="{E34AB002-B069-4FB7-AE62-3894F3B74957}">
      <dgm:prSet/>
      <dgm:spPr/>
      <dgm:t>
        <a:bodyPr/>
        <a:lstStyle/>
        <a:p>
          <a:r>
            <a:rPr lang="en-US"/>
            <a:t>Suspicious links or attachments</a:t>
          </a:r>
        </a:p>
      </dgm:t>
    </dgm:pt>
    <dgm:pt modelId="{B21D052F-E9EB-43C8-BADC-563CDBE9846D}" type="parTrans" cxnId="{7F41625C-E99E-4D54-BD16-9CCBF589C48E}">
      <dgm:prSet/>
      <dgm:spPr/>
      <dgm:t>
        <a:bodyPr/>
        <a:lstStyle/>
        <a:p>
          <a:endParaRPr lang="en-US"/>
        </a:p>
      </dgm:t>
    </dgm:pt>
    <dgm:pt modelId="{D1FF4064-63A7-4EE9-BEA3-0A4F5746B5F1}" type="sibTrans" cxnId="{7F41625C-E99E-4D54-BD16-9CCBF589C48E}">
      <dgm:prSet/>
      <dgm:spPr/>
      <dgm:t>
        <a:bodyPr/>
        <a:lstStyle/>
        <a:p>
          <a:endParaRPr lang="en-US"/>
        </a:p>
      </dgm:t>
    </dgm:pt>
    <dgm:pt modelId="{151CAFF4-1F7B-4355-860C-EE4B33013D0A}">
      <dgm:prSet/>
      <dgm:spPr/>
      <dgm:t>
        <a:bodyPr/>
        <a:lstStyle/>
        <a:p>
          <a:r>
            <a:rPr lang="en-US"/>
            <a:t>Spelling/grammar mistakes</a:t>
          </a:r>
        </a:p>
      </dgm:t>
    </dgm:pt>
    <dgm:pt modelId="{13FE00F2-CD06-4D0A-A064-7CBF98BA8DE3}" type="parTrans" cxnId="{DE025D74-B6DD-4700-9322-CC96074522AA}">
      <dgm:prSet/>
      <dgm:spPr/>
      <dgm:t>
        <a:bodyPr/>
        <a:lstStyle/>
        <a:p>
          <a:endParaRPr lang="en-US"/>
        </a:p>
      </dgm:t>
    </dgm:pt>
    <dgm:pt modelId="{9FA04AA8-751F-4A59-A39F-57562A55B658}" type="sibTrans" cxnId="{DE025D74-B6DD-4700-9322-CC96074522AA}">
      <dgm:prSet/>
      <dgm:spPr/>
      <dgm:t>
        <a:bodyPr/>
        <a:lstStyle/>
        <a:p>
          <a:endParaRPr lang="en-US"/>
        </a:p>
      </dgm:t>
    </dgm:pt>
    <dgm:pt modelId="{463DF1E1-3D71-4C34-961F-A41B68F3F146}">
      <dgm:prSet/>
      <dgm:spPr/>
      <dgm:t>
        <a:bodyPr/>
        <a:lstStyle/>
        <a:p>
          <a:r>
            <a:rPr lang="en-US"/>
            <a:t>Generic greeting (</a:t>
          </a:r>
          <a:r>
            <a:rPr lang="en-US" i="1"/>
            <a:t>Dear Customer</a:t>
          </a:r>
          <a:r>
            <a:rPr lang="en-US"/>
            <a:t>)</a:t>
          </a:r>
        </a:p>
      </dgm:t>
    </dgm:pt>
    <dgm:pt modelId="{A7E13E49-D2DC-4C90-B6CA-F6E93329D1A1}" type="parTrans" cxnId="{B491E20D-7A2A-4AF7-B67F-FF21FD19C211}">
      <dgm:prSet/>
      <dgm:spPr/>
      <dgm:t>
        <a:bodyPr/>
        <a:lstStyle/>
        <a:p>
          <a:endParaRPr lang="en-US"/>
        </a:p>
      </dgm:t>
    </dgm:pt>
    <dgm:pt modelId="{77F85ADF-E442-4728-80BD-B9A61A95F41A}" type="sibTrans" cxnId="{B491E20D-7A2A-4AF7-B67F-FF21FD19C211}">
      <dgm:prSet/>
      <dgm:spPr/>
      <dgm:t>
        <a:bodyPr/>
        <a:lstStyle/>
        <a:p>
          <a:endParaRPr lang="en-US"/>
        </a:p>
      </dgm:t>
    </dgm:pt>
    <dgm:pt modelId="{85C9BEF3-7832-451A-95EB-39567F46DE76}">
      <dgm:prSet/>
      <dgm:spPr/>
      <dgm:t>
        <a:bodyPr/>
        <a:lstStyle/>
        <a:p>
          <a:r>
            <a:rPr lang="en-US"/>
            <a:t>Too good to be true offers</a:t>
          </a:r>
        </a:p>
      </dgm:t>
    </dgm:pt>
    <dgm:pt modelId="{018FCD87-AB10-4074-BA38-BBF24A751173}" type="parTrans" cxnId="{53D95AFA-C5BB-46DF-811C-634F6A49AB0A}">
      <dgm:prSet/>
      <dgm:spPr/>
      <dgm:t>
        <a:bodyPr/>
        <a:lstStyle/>
        <a:p>
          <a:endParaRPr lang="en-US"/>
        </a:p>
      </dgm:t>
    </dgm:pt>
    <dgm:pt modelId="{59366E6D-9CC6-4EFF-8FC3-98266FDC58ED}" type="sibTrans" cxnId="{53D95AFA-C5BB-46DF-811C-634F6A49AB0A}">
      <dgm:prSet/>
      <dgm:spPr/>
      <dgm:t>
        <a:bodyPr/>
        <a:lstStyle/>
        <a:p>
          <a:endParaRPr lang="en-US"/>
        </a:p>
      </dgm:t>
    </dgm:pt>
    <dgm:pt modelId="{E0F6980D-8C2C-4734-A7CC-B2724F85388E}">
      <dgm:prSet/>
      <dgm:spPr/>
      <dgm:t>
        <a:bodyPr/>
        <a:lstStyle/>
        <a:p>
          <a:r>
            <a:rPr lang="en-US"/>
            <a:t>Email domain mismatch (e.g., </a:t>
          </a:r>
          <a:r>
            <a:rPr lang="en-US">
              <a:hlinkClick xmlns:r="http://schemas.openxmlformats.org/officeDocument/2006/relationships" r:id="rId1"/>
            </a:rPr>
            <a:t>support@paypaI.com</a:t>
          </a:r>
          <a:r>
            <a:rPr lang="en-US"/>
            <a:t>)</a:t>
          </a:r>
        </a:p>
      </dgm:t>
    </dgm:pt>
    <dgm:pt modelId="{16753B25-1811-4E6D-8124-C9B4AB6DF288}" type="parTrans" cxnId="{67F15972-742B-4B13-8399-26CC3E7777B3}">
      <dgm:prSet/>
      <dgm:spPr/>
      <dgm:t>
        <a:bodyPr/>
        <a:lstStyle/>
        <a:p>
          <a:endParaRPr lang="en-US"/>
        </a:p>
      </dgm:t>
    </dgm:pt>
    <dgm:pt modelId="{96DAAF1E-3757-4CF0-99F2-741C51D6798C}" type="sibTrans" cxnId="{67F15972-742B-4B13-8399-26CC3E7777B3}">
      <dgm:prSet/>
      <dgm:spPr/>
      <dgm:t>
        <a:bodyPr/>
        <a:lstStyle/>
        <a:p>
          <a:endParaRPr lang="en-US"/>
        </a:p>
      </dgm:t>
    </dgm:pt>
    <dgm:pt modelId="{092F7CB5-F4C8-4FC7-B148-76E4CA2F09E1}" type="pres">
      <dgm:prSet presAssocID="{49750329-3B02-4BE0-BF65-74F8C196C63B}" presName="linear" presStyleCnt="0">
        <dgm:presLayoutVars>
          <dgm:animLvl val="lvl"/>
          <dgm:resizeHandles val="exact"/>
        </dgm:presLayoutVars>
      </dgm:prSet>
      <dgm:spPr/>
    </dgm:pt>
    <dgm:pt modelId="{3FB0E511-378E-470B-A875-756EF820E397}" type="pres">
      <dgm:prSet presAssocID="{5E7E67E4-701D-4CB2-AF66-89B52B6C8BF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2C7A29E-41D1-42B9-9C20-7C55EDC2C7C6}" type="pres">
      <dgm:prSet presAssocID="{00E5EF76-94FA-4DA3-84AE-EE42E5506228}" presName="spacer" presStyleCnt="0"/>
      <dgm:spPr/>
    </dgm:pt>
    <dgm:pt modelId="{5D3E5499-554B-4C51-9B5C-618BDDCAA91E}" type="pres">
      <dgm:prSet presAssocID="{61A27188-BBBC-4BB8-BF72-86F5D7C6E15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45E9193-CFAF-4F4E-8B18-CBE01E297B6E}" type="pres">
      <dgm:prSet presAssocID="{DAAE3A59-5224-4CAB-9100-F02763693485}" presName="spacer" presStyleCnt="0"/>
      <dgm:spPr/>
    </dgm:pt>
    <dgm:pt modelId="{219DBB4D-FBA3-4AD8-99BB-CF87D215C0C1}" type="pres">
      <dgm:prSet presAssocID="{E34AB002-B069-4FB7-AE62-3894F3B7495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640E127-196E-486E-9DFB-3DA2660FF535}" type="pres">
      <dgm:prSet presAssocID="{D1FF4064-63A7-4EE9-BEA3-0A4F5746B5F1}" presName="spacer" presStyleCnt="0"/>
      <dgm:spPr/>
    </dgm:pt>
    <dgm:pt modelId="{588EA2F0-CF07-4D0A-8C2D-E061D527BF25}" type="pres">
      <dgm:prSet presAssocID="{151CAFF4-1F7B-4355-860C-EE4B33013D0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CB4207C-3EF2-4131-8B9D-AABA9A17A67F}" type="pres">
      <dgm:prSet presAssocID="{9FA04AA8-751F-4A59-A39F-57562A55B658}" presName="spacer" presStyleCnt="0"/>
      <dgm:spPr/>
    </dgm:pt>
    <dgm:pt modelId="{66BBF329-C7E1-4DC1-AC45-BDAC7159FE06}" type="pres">
      <dgm:prSet presAssocID="{463DF1E1-3D71-4C34-961F-A41B68F3F14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4F9859C-0B26-4C4B-8AB7-0F99F3C4A00F}" type="pres">
      <dgm:prSet presAssocID="{77F85ADF-E442-4728-80BD-B9A61A95F41A}" presName="spacer" presStyleCnt="0"/>
      <dgm:spPr/>
    </dgm:pt>
    <dgm:pt modelId="{42F33418-6E36-41F2-9B42-28E0F0C39DCC}" type="pres">
      <dgm:prSet presAssocID="{85C9BEF3-7832-451A-95EB-39567F46DE7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AFF77D0-2BD3-46A5-93A9-AF88576A787A}" type="pres">
      <dgm:prSet presAssocID="{59366E6D-9CC6-4EFF-8FC3-98266FDC58ED}" presName="spacer" presStyleCnt="0"/>
      <dgm:spPr/>
    </dgm:pt>
    <dgm:pt modelId="{ACBFCB8A-63BD-49A7-ACFE-D9C3604A5ED9}" type="pres">
      <dgm:prSet presAssocID="{E0F6980D-8C2C-4734-A7CC-B2724F85388E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91EF602-B016-4C31-AD01-77434BF77661}" type="presOf" srcId="{E0F6980D-8C2C-4734-A7CC-B2724F85388E}" destId="{ACBFCB8A-63BD-49A7-ACFE-D9C3604A5ED9}" srcOrd="0" destOrd="0" presId="urn:microsoft.com/office/officeart/2005/8/layout/vList2"/>
    <dgm:cxn modelId="{EC1F5A08-A269-4A39-828D-C891A689E951}" type="presOf" srcId="{151CAFF4-1F7B-4355-860C-EE4B33013D0A}" destId="{588EA2F0-CF07-4D0A-8C2D-E061D527BF25}" srcOrd="0" destOrd="0" presId="urn:microsoft.com/office/officeart/2005/8/layout/vList2"/>
    <dgm:cxn modelId="{81D7DD0D-A24C-48F5-9750-BE853C301AA9}" type="presOf" srcId="{5E7E67E4-701D-4CB2-AF66-89B52B6C8BF8}" destId="{3FB0E511-378E-470B-A875-756EF820E397}" srcOrd="0" destOrd="0" presId="urn:microsoft.com/office/officeart/2005/8/layout/vList2"/>
    <dgm:cxn modelId="{B491E20D-7A2A-4AF7-B67F-FF21FD19C211}" srcId="{49750329-3B02-4BE0-BF65-74F8C196C63B}" destId="{463DF1E1-3D71-4C34-961F-A41B68F3F146}" srcOrd="4" destOrd="0" parTransId="{A7E13E49-D2DC-4C90-B6CA-F6E93329D1A1}" sibTransId="{77F85ADF-E442-4728-80BD-B9A61A95F41A}"/>
    <dgm:cxn modelId="{8F68EE13-E314-4ABC-80BE-4B774C4FFCD5}" type="presOf" srcId="{49750329-3B02-4BE0-BF65-74F8C196C63B}" destId="{092F7CB5-F4C8-4FC7-B148-76E4CA2F09E1}" srcOrd="0" destOrd="0" presId="urn:microsoft.com/office/officeart/2005/8/layout/vList2"/>
    <dgm:cxn modelId="{003CCF1D-D592-4212-8A4B-5F257700C396}" type="presOf" srcId="{E34AB002-B069-4FB7-AE62-3894F3B74957}" destId="{219DBB4D-FBA3-4AD8-99BB-CF87D215C0C1}" srcOrd="0" destOrd="0" presId="urn:microsoft.com/office/officeart/2005/8/layout/vList2"/>
    <dgm:cxn modelId="{59AB7F28-E47F-4F2A-A00A-C686CECE17FC}" srcId="{49750329-3B02-4BE0-BF65-74F8C196C63B}" destId="{5E7E67E4-701D-4CB2-AF66-89B52B6C8BF8}" srcOrd="0" destOrd="0" parTransId="{EA159766-8986-4D6A-BEFD-D7AF5CEB9A6C}" sibTransId="{00E5EF76-94FA-4DA3-84AE-EE42E5506228}"/>
    <dgm:cxn modelId="{AA63E92D-9D36-4AB9-97B8-8E9C80B74A48}" type="presOf" srcId="{61A27188-BBBC-4BB8-BF72-86F5D7C6E153}" destId="{5D3E5499-554B-4C51-9B5C-618BDDCAA91E}" srcOrd="0" destOrd="0" presId="urn:microsoft.com/office/officeart/2005/8/layout/vList2"/>
    <dgm:cxn modelId="{7F41625C-E99E-4D54-BD16-9CCBF589C48E}" srcId="{49750329-3B02-4BE0-BF65-74F8C196C63B}" destId="{E34AB002-B069-4FB7-AE62-3894F3B74957}" srcOrd="2" destOrd="0" parTransId="{B21D052F-E9EB-43C8-BADC-563CDBE9846D}" sibTransId="{D1FF4064-63A7-4EE9-BEA3-0A4F5746B5F1}"/>
    <dgm:cxn modelId="{A710A15F-7BA0-4289-85F4-3F5BDC9FED71}" type="presOf" srcId="{463DF1E1-3D71-4C34-961F-A41B68F3F146}" destId="{66BBF329-C7E1-4DC1-AC45-BDAC7159FE06}" srcOrd="0" destOrd="0" presId="urn:microsoft.com/office/officeart/2005/8/layout/vList2"/>
    <dgm:cxn modelId="{D493A544-7D85-4CC3-9C2B-A9D8F1201365}" type="presOf" srcId="{85C9BEF3-7832-451A-95EB-39567F46DE76}" destId="{42F33418-6E36-41F2-9B42-28E0F0C39DCC}" srcOrd="0" destOrd="0" presId="urn:microsoft.com/office/officeart/2005/8/layout/vList2"/>
    <dgm:cxn modelId="{67F15972-742B-4B13-8399-26CC3E7777B3}" srcId="{49750329-3B02-4BE0-BF65-74F8C196C63B}" destId="{E0F6980D-8C2C-4734-A7CC-B2724F85388E}" srcOrd="6" destOrd="0" parTransId="{16753B25-1811-4E6D-8124-C9B4AB6DF288}" sibTransId="{96DAAF1E-3757-4CF0-99F2-741C51D6798C}"/>
    <dgm:cxn modelId="{DE025D74-B6DD-4700-9322-CC96074522AA}" srcId="{49750329-3B02-4BE0-BF65-74F8C196C63B}" destId="{151CAFF4-1F7B-4355-860C-EE4B33013D0A}" srcOrd="3" destOrd="0" parTransId="{13FE00F2-CD06-4D0A-A064-7CBF98BA8DE3}" sibTransId="{9FA04AA8-751F-4A59-A39F-57562A55B658}"/>
    <dgm:cxn modelId="{069BC7A8-B33B-49DA-9B29-F0C790713CE3}" srcId="{49750329-3B02-4BE0-BF65-74F8C196C63B}" destId="{61A27188-BBBC-4BB8-BF72-86F5D7C6E153}" srcOrd="1" destOrd="0" parTransId="{402387C0-B7E2-4A01-B537-D218C24194F5}" sibTransId="{DAAE3A59-5224-4CAB-9100-F02763693485}"/>
    <dgm:cxn modelId="{53D95AFA-C5BB-46DF-811C-634F6A49AB0A}" srcId="{49750329-3B02-4BE0-BF65-74F8C196C63B}" destId="{85C9BEF3-7832-451A-95EB-39567F46DE76}" srcOrd="5" destOrd="0" parTransId="{018FCD87-AB10-4074-BA38-BBF24A751173}" sibTransId="{59366E6D-9CC6-4EFF-8FC3-98266FDC58ED}"/>
    <dgm:cxn modelId="{B2D85249-5300-4A1D-963C-AD0D0D010CBC}" type="presParOf" srcId="{092F7CB5-F4C8-4FC7-B148-76E4CA2F09E1}" destId="{3FB0E511-378E-470B-A875-756EF820E397}" srcOrd="0" destOrd="0" presId="urn:microsoft.com/office/officeart/2005/8/layout/vList2"/>
    <dgm:cxn modelId="{2DFB6095-C310-466A-86B5-B931C2706992}" type="presParOf" srcId="{092F7CB5-F4C8-4FC7-B148-76E4CA2F09E1}" destId="{92C7A29E-41D1-42B9-9C20-7C55EDC2C7C6}" srcOrd="1" destOrd="0" presId="urn:microsoft.com/office/officeart/2005/8/layout/vList2"/>
    <dgm:cxn modelId="{7175C987-0A47-465F-864D-B230B9A00613}" type="presParOf" srcId="{092F7CB5-F4C8-4FC7-B148-76E4CA2F09E1}" destId="{5D3E5499-554B-4C51-9B5C-618BDDCAA91E}" srcOrd="2" destOrd="0" presId="urn:microsoft.com/office/officeart/2005/8/layout/vList2"/>
    <dgm:cxn modelId="{CD71AE7F-D177-4943-8E23-B92E51A1C224}" type="presParOf" srcId="{092F7CB5-F4C8-4FC7-B148-76E4CA2F09E1}" destId="{345E9193-CFAF-4F4E-8B18-CBE01E297B6E}" srcOrd="3" destOrd="0" presId="urn:microsoft.com/office/officeart/2005/8/layout/vList2"/>
    <dgm:cxn modelId="{4A623655-3AD3-46A4-969A-343E9F158EBA}" type="presParOf" srcId="{092F7CB5-F4C8-4FC7-B148-76E4CA2F09E1}" destId="{219DBB4D-FBA3-4AD8-99BB-CF87D215C0C1}" srcOrd="4" destOrd="0" presId="urn:microsoft.com/office/officeart/2005/8/layout/vList2"/>
    <dgm:cxn modelId="{98EDF95F-C778-4CE2-96B7-209EF461010A}" type="presParOf" srcId="{092F7CB5-F4C8-4FC7-B148-76E4CA2F09E1}" destId="{D640E127-196E-486E-9DFB-3DA2660FF535}" srcOrd="5" destOrd="0" presId="urn:microsoft.com/office/officeart/2005/8/layout/vList2"/>
    <dgm:cxn modelId="{CE66C329-5243-4A66-9923-269DE89FB37E}" type="presParOf" srcId="{092F7CB5-F4C8-4FC7-B148-76E4CA2F09E1}" destId="{588EA2F0-CF07-4D0A-8C2D-E061D527BF25}" srcOrd="6" destOrd="0" presId="urn:microsoft.com/office/officeart/2005/8/layout/vList2"/>
    <dgm:cxn modelId="{2B188FAD-69DC-4F61-9DEE-CE23ACEAE691}" type="presParOf" srcId="{092F7CB5-F4C8-4FC7-B148-76E4CA2F09E1}" destId="{8CB4207C-3EF2-4131-8B9D-AABA9A17A67F}" srcOrd="7" destOrd="0" presId="urn:microsoft.com/office/officeart/2005/8/layout/vList2"/>
    <dgm:cxn modelId="{59B36B2B-BAA6-473B-B473-65EE8CDA246F}" type="presParOf" srcId="{092F7CB5-F4C8-4FC7-B148-76E4CA2F09E1}" destId="{66BBF329-C7E1-4DC1-AC45-BDAC7159FE06}" srcOrd="8" destOrd="0" presId="urn:microsoft.com/office/officeart/2005/8/layout/vList2"/>
    <dgm:cxn modelId="{7A43C69E-816A-4C3E-A1EB-2C77D0ECA0CB}" type="presParOf" srcId="{092F7CB5-F4C8-4FC7-B148-76E4CA2F09E1}" destId="{C4F9859C-0B26-4C4B-8AB7-0F99F3C4A00F}" srcOrd="9" destOrd="0" presId="urn:microsoft.com/office/officeart/2005/8/layout/vList2"/>
    <dgm:cxn modelId="{ED1084E6-864F-450C-A823-B5051582D5CE}" type="presParOf" srcId="{092F7CB5-F4C8-4FC7-B148-76E4CA2F09E1}" destId="{42F33418-6E36-41F2-9B42-28E0F0C39DCC}" srcOrd="10" destOrd="0" presId="urn:microsoft.com/office/officeart/2005/8/layout/vList2"/>
    <dgm:cxn modelId="{A308D4D7-0A9B-4B4A-9943-F33D9B215C0A}" type="presParOf" srcId="{092F7CB5-F4C8-4FC7-B148-76E4CA2F09E1}" destId="{CAFF77D0-2BD3-46A5-93A9-AF88576A787A}" srcOrd="11" destOrd="0" presId="urn:microsoft.com/office/officeart/2005/8/layout/vList2"/>
    <dgm:cxn modelId="{E725E419-9212-4FEE-9C9D-25C68877B19B}" type="presParOf" srcId="{092F7CB5-F4C8-4FC7-B148-76E4CA2F09E1}" destId="{ACBFCB8A-63BD-49A7-ACFE-D9C3604A5ED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824E48-3862-4ABD-B397-8608D6F1F57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B13FE0-A8B4-4B26-B0D8-AF6653490BD7}">
      <dgm:prSet/>
      <dgm:spPr/>
      <dgm:t>
        <a:bodyPr/>
        <a:lstStyle/>
        <a:p>
          <a:r>
            <a:rPr lang="en-US"/>
            <a:t>✔ Check sender before clicking</a:t>
          </a:r>
          <a:br>
            <a:rPr lang="en-US"/>
          </a:br>
          <a:r>
            <a:rPr lang="en-US"/>
            <a:t> ✔ Never share passwords or OTPs</a:t>
          </a:r>
          <a:br>
            <a:rPr lang="en-US"/>
          </a:br>
          <a:r>
            <a:rPr lang="en-US"/>
            <a:t> ✔ Enable Two-Factor Authentication (2FA)</a:t>
          </a:r>
          <a:br>
            <a:rPr lang="en-US"/>
          </a:br>
          <a:r>
            <a:rPr lang="en-US"/>
            <a:t> ✔ Update antivirus &amp; OS</a:t>
          </a:r>
          <a:br>
            <a:rPr lang="en-US"/>
          </a:br>
          <a:r>
            <a:rPr lang="en-US"/>
            <a:t> ✔ Verify links before clicking</a:t>
          </a:r>
          <a:br>
            <a:rPr lang="en-US"/>
          </a:br>
          <a:r>
            <a:rPr lang="en-US"/>
            <a:t> ✔ Do not download unknown attachments</a:t>
          </a:r>
          <a:br>
            <a:rPr lang="en-US"/>
          </a:br>
          <a:r>
            <a:rPr lang="en-US"/>
            <a:t> ✔ Report suspicious emails to IT/security team</a:t>
          </a:r>
        </a:p>
      </dgm:t>
    </dgm:pt>
    <dgm:pt modelId="{87BBCD7A-16DD-4E32-B61F-1252DCC52F21}" type="parTrans" cxnId="{9EDFAF42-5E49-4DB2-9320-48016B9AE00C}">
      <dgm:prSet/>
      <dgm:spPr/>
      <dgm:t>
        <a:bodyPr/>
        <a:lstStyle/>
        <a:p>
          <a:endParaRPr lang="en-US"/>
        </a:p>
      </dgm:t>
    </dgm:pt>
    <dgm:pt modelId="{0F767938-1224-448A-828B-4379177D1B79}" type="sibTrans" cxnId="{9EDFAF42-5E49-4DB2-9320-48016B9AE00C}">
      <dgm:prSet/>
      <dgm:spPr/>
      <dgm:t>
        <a:bodyPr/>
        <a:lstStyle/>
        <a:p>
          <a:endParaRPr lang="en-US"/>
        </a:p>
      </dgm:t>
    </dgm:pt>
    <dgm:pt modelId="{AEE53F7D-91DE-4B5C-AA95-EBCC1D9719ED}">
      <dgm:prSet/>
      <dgm:spPr/>
      <dgm:t>
        <a:bodyPr/>
        <a:lstStyle/>
        <a:p>
          <a:r>
            <a:rPr lang="en-US" b="1"/>
            <a:t>Golden Rule:</a:t>
          </a:r>
          <a:r>
            <a:rPr lang="en-US"/>
            <a:t> If in doubt — don’t click.</a:t>
          </a:r>
        </a:p>
      </dgm:t>
    </dgm:pt>
    <dgm:pt modelId="{886333DB-1FC0-421B-8D45-0FBA3D3309E6}" type="parTrans" cxnId="{2E0192EE-34BC-43BF-BCE7-2411EE3C0C5D}">
      <dgm:prSet/>
      <dgm:spPr/>
      <dgm:t>
        <a:bodyPr/>
        <a:lstStyle/>
        <a:p>
          <a:endParaRPr lang="en-US"/>
        </a:p>
      </dgm:t>
    </dgm:pt>
    <dgm:pt modelId="{381E27CB-F13E-4034-B2C8-6A103AC49194}" type="sibTrans" cxnId="{2E0192EE-34BC-43BF-BCE7-2411EE3C0C5D}">
      <dgm:prSet/>
      <dgm:spPr/>
      <dgm:t>
        <a:bodyPr/>
        <a:lstStyle/>
        <a:p>
          <a:endParaRPr lang="en-US"/>
        </a:p>
      </dgm:t>
    </dgm:pt>
    <dgm:pt modelId="{950C8BF0-6A6B-45BD-8CD6-CFC4A86C89DE}" type="pres">
      <dgm:prSet presAssocID="{E3824E48-3862-4ABD-B397-8608D6F1F57D}" presName="root" presStyleCnt="0">
        <dgm:presLayoutVars>
          <dgm:dir/>
          <dgm:resizeHandles val="exact"/>
        </dgm:presLayoutVars>
      </dgm:prSet>
      <dgm:spPr/>
    </dgm:pt>
    <dgm:pt modelId="{973420E5-38B9-458B-8076-398E3CC16B72}" type="pres">
      <dgm:prSet presAssocID="{25B13FE0-A8B4-4B26-B0D8-AF6653490BD7}" presName="compNode" presStyleCnt="0"/>
      <dgm:spPr/>
    </dgm:pt>
    <dgm:pt modelId="{F716EBE1-E7DD-4362-8981-F1ACA78CEDF0}" type="pres">
      <dgm:prSet presAssocID="{25B13FE0-A8B4-4B26-B0D8-AF6653490BD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7AF0064-5CE8-4FEF-A58D-B5A086BFC73A}" type="pres">
      <dgm:prSet presAssocID="{25B13FE0-A8B4-4B26-B0D8-AF6653490BD7}" presName="spaceRect" presStyleCnt="0"/>
      <dgm:spPr/>
    </dgm:pt>
    <dgm:pt modelId="{A2598385-6EF3-46A2-8254-F2DF6422BB26}" type="pres">
      <dgm:prSet presAssocID="{25B13FE0-A8B4-4B26-B0D8-AF6653490BD7}" presName="textRect" presStyleLbl="revTx" presStyleIdx="0" presStyleCnt="2">
        <dgm:presLayoutVars>
          <dgm:chMax val="1"/>
          <dgm:chPref val="1"/>
        </dgm:presLayoutVars>
      </dgm:prSet>
      <dgm:spPr/>
    </dgm:pt>
    <dgm:pt modelId="{3628BEB3-C7A3-4F89-A18C-6CB9231A77F5}" type="pres">
      <dgm:prSet presAssocID="{0F767938-1224-448A-828B-4379177D1B79}" presName="sibTrans" presStyleCnt="0"/>
      <dgm:spPr/>
    </dgm:pt>
    <dgm:pt modelId="{86B8C3B7-AF80-442A-805E-DBF012BC2CD8}" type="pres">
      <dgm:prSet presAssocID="{AEE53F7D-91DE-4B5C-AA95-EBCC1D9719ED}" presName="compNode" presStyleCnt="0"/>
      <dgm:spPr/>
    </dgm:pt>
    <dgm:pt modelId="{E14F2853-B673-4273-9613-046DBF280B20}" type="pres">
      <dgm:prSet presAssocID="{AEE53F7D-91DE-4B5C-AA95-EBCC1D9719E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ond"/>
        </a:ext>
      </dgm:extLst>
    </dgm:pt>
    <dgm:pt modelId="{AEDA98AE-8DAC-49DA-98C6-C8D98DE1149E}" type="pres">
      <dgm:prSet presAssocID="{AEE53F7D-91DE-4B5C-AA95-EBCC1D9719ED}" presName="spaceRect" presStyleCnt="0"/>
      <dgm:spPr/>
    </dgm:pt>
    <dgm:pt modelId="{7B986A3C-0415-4682-AAB3-EE8075468C5F}" type="pres">
      <dgm:prSet presAssocID="{AEE53F7D-91DE-4B5C-AA95-EBCC1D9719E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D76B121-C20C-4E45-8821-E372FCCAFD63}" type="presOf" srcId="{AEE53F7D-91DE-4B5C-AA95-EBCC1D9719ED}" destId="{7B986A3C-0415-4682-AAB3-EE8075468C5F}" srcOrd="0" destOrd="0" presId="urn:microsoft.com/office/officeart/2018/2/layout/IconLabelList"/>
    <dgm:cxn modelId="{9EDFAF42-5E49-4DB2-9320-48016B9AE00C}" srcId="{E3824E48-3862-4ABD-B397-8608D6F1F57D}" destId="{25B13FE0-A8B4-4B26-B0D8-AF6653490BD7}" srcOrd="0" destOrd="0" parTransId="{87BBCD7A-16DD-4E32-B61F-1252DCC52F21}" sibTransId="{0F767938-1224-448A-828B-4379177D1B79}"/>
    <dgm:cxn modelId="{2CA52563-DAC5-4FA9-9E62-398458CA6190}" type="presOf" srcId="{E3824E48-3862-4ABD-B397-8608D6F1F57D}" destId="{950C8BF0-6A6B-45BD-8CD6-CFC4A86C89DE}" srcOrd="0" destOrd="0" presId="urn:microsoft.com/office/officeart/2018/2/layout/IconLabelList"/>
    <dgm:cxn modelId="{45BA14BB-03AA-4BE5-8E4A-02ABE2B059B6}" type="presOf" srcId="{25B13FE0-A8B4-4B26-B0D8-AF6653490BD7}" destId="{A2598385-6EF3-46A2-8254-F2DF6422BB26}" srcOrd="0" destOrd="0" presId="urn:microsoft.com/office/officeart/2018/2/layout/IconLabelList"/>
    <dgm:cxn modelId="{2E0192EE-34BC-43BF-BCE7-2411EE3C0C5D}" srcId="{E3824E48-3862-4ABD-B397-8608D6F1F57D}" destId="{AEE53F7D-91DE-4B5C-AA95-EBCC1D9719ED}" srcOrd="1" destOrd="0" parTransId="{886333DB-1FC0-421B-8D45-0FBA3D3309E6}" sibTransId="{381E27CB-F13E-4034-B2C8-6A103AC49194}"/>
    <dgm:cxn modelId="{AD8C081C-BE59-475F-8C13-B10EE9F9782D}" type="presParOf" srcId="{950C8BF0-6A6B-45BD-8CD6-CFC4A86C89DE}" destId="{973420E5-38B9-458B-8076-398E3CC16B72}" srcOrd="0" destOrd="0" presId="urn:microsoft.com/office/officeart/2018/2/layout/IconLabelList"/>
    <dgm:cxn modelId="{4ADE84AD-7E4B-4B72-B1C1-DB10684215BA}" type="presParOf" srcId="{973420E5-38B9-458B-8076-398E3CC16B72}" destId="{F716EBE1-E7DD-4362-8981-F1ACA78CEDF0}" srcOrd="0" destOrd="0" presId="urn:microsoft.com/office/officeart/2018/2/layout/IconLabelList"/>
    <dgm:cxn modelId="{78DB4205-D163-4073-90FF-A1B958F7E0D1}" type="presParOf" srcId="{973420E5-38B9-458B-8076-398E3CC16B72}" destId="{E7AF0064-5CE8-4FEF-A58D-B5A086BFC73A}" srcOrd="1" destOrd="0" presId="urn:microsoft.com/office/officeart/2018/2/layout/IconLabelList"/>
    <dgm:cxn modelId="{0F5BAEF0-611A-4D23-9E6E-EE74E5C85A85}" type="presParOf" srcId="{973420E5-38B9-458B-8076-398E3CC16B72}" destId="{A2598385-6EF3-46A2-8254-F2DF6422BB26}" srcOrd="2" destOrd="0" presId="urn:microsoft.com/office/officeart/2018/2/layout/IconLabelList"/>
    <dgm:cxn modelId="{B60DA756-D5F7-4B85-B1EB-F51B309643A6}" type="presParOf" srcId="{950C8BF0-6A6B-45BD-8CD6-CFC4A86C89DE}" destId="{3628BEB3-C7A3-4F89-A18C-6CB9231A77F5}" srcOrd="1" destOrd="0" presId="urn:microsoft.com/office/officeart/2018/2/layout/IconLabelList"/>
    <dgm:cxn modelId="{150C8B49-EA53-446E-BD15-9525A866D90E}" type="presParOf" srcId="{950C8BF0-6A6B-45BD-8CD6-CFC4A86C89DE}" destId="{86B8C3B7-AF80-442A-805E-DBF012BC2CD8}" srcOrd="2" destOrd="0" presId="urn:microsoft.com/office/officeart/2018/2/layout/IconLabelList"/>
    <dgm:cxn modelId="{65D3F6D5-05EE-4141-BA91-93629923580C}" type="presParOf" srcId="{86B8C3B7-AF80-442A-805E-DBF012BC2CD8}" destId="{E14F2853-B673-4273-9613-046DBF280B20}" srcOrd="0" destOrd="0" presId="urn:microsoft.com/office/officeart/2018/2/layout/IconLabelList"/>
    <dgm:cxn modelId="{EA2BA5D1-BED6-4F9F-9B90-BEE11625386D}" type="presParOf" srcId="{86B8C3B7-AF80-442A-805E-DBF012BC2CD8}" destId="{AEDA98AE-8DAC-49DA-98C6-C8D98DE1149E}" srcOrd="1" destOrd="0" presId="urn:microsoft.com/office/officeart/2018/2/layout/IconLabelList"/>
    <dgm:cxn modelId="{FFD1470F-3E44-4AC3-866F-3C1E6C340AE9}" type="presParOf" srcId="{86B8C3B7-AF80-442A-805E-DBF012BC2CD8}" destId="{7B986A3C-0415-4682-AAB3-EE8075468C5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0E511-378E-470B-A875-756EF820E397}">
      <dsp:nvSpPr>
        <dsp:cNvPr id="0" name=""/>
        <dsp:cNvSpPr/>
      </dsp:nvSpPr>
      <dsp:spPr>
        <a:xfrm>
          <a:off x="0" y="919289"/>
          <a:ext cx="6253721" cy="4176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Unknown or odd email sender</a:t>
          </a:r>
        </a:p>
      </dsp:txBody>
      <dsp:txXfrm>
        <a:off x="20390" y="939679"/>
        <a:ext cx="6212941" cy="376910"/>
      </dsp:txXfrm>
    </dsp:sp>
    <dsp:sp modelId="{5D3E5499-554B-4C51-9B5C-618BDDCAA91E}">
      <dsp:nvSpPr>
        <dsp:cNvPr id="0" name=""/>
        <dsp:cNvSpPr/>
      </dsp:nvSpPr>
      <dsp:spPr>
        <a:xfrm>
          <a:off x="0" y="1385939"/>
          <a:ext cx="6253721" cy="417690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Urgent or threatening language (e.g., </a:t>
          </a:r>
          <a:r>
            <a:rPr lang="en-US" sz="1700" i="1" kern="1200"/>
            <a:t>“Account will be blocked!”</a:t>
          </a:r>
          <a:r>
            <a:rPr lang="en-US" sz="1700" kern="1200"/>
            <a:t>)</a:t>
          </a:r>
        </a:p>
      </dsp:txBody>
      <dsp:txXfrm>
        <a:off x="20390" y="1406329"/>
        <a:ext cx="6212941" cy="376910"/>
      </dsp:txXfrm>
    </dsp:sp>
    <dsp:sp modelId="{219DBB4D-FBA3-4AD8-99BB-CF87D215C0C1}">
      <dsp:nvSpPr>
        <dsp:cNvPr id="0" name=""/>
        <dsp:cNvSpPr/>
      </dsp:nvSpPr>
      <dsp:spPr>
        <a:xfrm>
          <a:off x="0" y="1852589"/>
          <a:ext cx="6253721" cy="41769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Suspicious links or attachments</a:t>
          </a:r>
        </a:p>
      </dsp:txBody>
      <dsp:txXfrm>
        <a:off x="20390" y="1872979"/>
        <a:ext cx="6212941" cy="376910"/>
      </dsp:txXfrm>
    </dsp:sp>
    <dsp:sp modelId="{588EA2F0-CF07-4D0A-8C2D-E061D527BF25}">
      <dsp:nvSpPr>
        <dsp:cNvPr id="0" name=""/>
        <dsp:cNvSpPr/>
      </dsp:nvSpPr>
      <dsp:spPr>
        <a:xfrm>
          <a:off x="0" y="2319239"/>
          <a:ext cx="6253721" cy="41769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Spelling/grammar mistakes</a:t>
          </a:r>
        </a:p>
      </dsp:txBody>
      <dsp:txXfrm>
        <a:off x="20390" y="2339629"/>
        <a:ext cx="6212941" cy="376910"/>
      </dsp:txXfrm>
    </dsp:sp>
    <dsp:sp modelId="{66BBF329-C7E1-4DC1-AC45-BDAC7159FE06}">
      <dsp:nvSpPr>
        <dsp:cNvPr id="0" name=""/>
        <dsp:cNvSpPr/>
      </dsp:nvSpPr>
      <dsp:spPr>
        <a:xfrm>
          <a:off x="0" y="2785889"/>
          <a:ext cx="6253721" cy="41769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Generic greeting (</a:t>
          </a:r>
          <a:r>
            <a:rPr lang="en-US" sz="1700" i="1" kern="1200"/>
            <a:t>Dear Customer</a:t>
          </a:r>
          <a:r>
            <a:rPr lang="en-US" sz="1700" kern="1200"/>
            <a:t>)</a:t>
          </a:r>
        </a:p>
      </dsp:txBody>
      <dsp:txXfrm>
        <a:off x="20390" y="2806279"/>
        <a:ext cx="6212941" cy="376910"/>
      </dsp:txXfrm>
    </dsp:sp>
    <dsp:sp modelId="{42F33418-6E36-41F2-9B42-28E0F0C39DCC}">
      <dsp:nvSpPr>
        <dsp:cNvPr id="0" name=""/>
        <dsp:cNvSpPr/>
      </dsp:nvSpPr>
      <dsp:spPr>
        <a:xfrm>
          <a:off x="0" y="3252540"/>
          <a:ext cx="6253721" cy="417690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Too good to be true offers</a:t>
          </a:r>
        </a:p>
      </dsp:txBody>
      <dsp:txXfrm>
        <a:off x="20390" y="3272930"/>
        <a:ext cx="6212941" cy="376910"/>
      </dsp:txXfrm>
    </dsp:sp>
    <dsp:sp modelId="{ACBFCB8A-63BD-49A7-ACFE-D9C3604A5ED9}">
      <dsp:nvSpPr>
        <dsp:cNvPr id="0" name=""/>
        <dsp:cNvSpPr/>
      </dsp:nvSpPr>
      <dsp:spPr>
        <a:xfrm>
          <a:off x="0" y="3719190"/>
          <a:ext cx="6253721" cy="41769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Email domain mismatch (e.g., </a:t>
          </a:r>
          <a:r>
            <a:rPr lang="en-US" sz="1700" kern="1200">
              <a:hlinkClick xmlns:r="http://schemas.openxmlformats.org/officeDocument/2006/relationships" r:id="rId1"/>
            </a:rPr>
            <a:t>support@paypaI.com</a:t>
          </a:r>
          <a:r>
            <a:rPr lang="en-US" sz="1700" kern="1200"/>
            <a:t>)</a:t>
          </a:r>
        </a:p>
      </dsp:txBody>
      <dsp:txXfrm>
        <a:off x="20390" y="3739580"/>
        <a:ext cx="6212941" cy="3769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6EBE1-E7DD-4362-8981-F1ACA78CEDF0}">
      <dsp:nvSpPr>
        <dsp:cNvPr id="0" name=""/>
        <dsp:cNvSpPr/>
      </dsp:nvSpPr>
      <dsp:spPr>
        <a:xfrm>
          <a:off x="1953914" y="23806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98385-6EF3-46A2-8254-F2DF6422BB26}">
      <dsp:nvSpPr>
        <dsp:cNvPr id="0" name=""/>
        <dsp:cNvSpPr/>
      </dsp:nvSpPr>
      <dsp:spPr>
        <a:xfrm>
          <a:off x="765914" y="2739740"/>
          <a:ext cx="4320000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✔ Check sender before clicking</a:t>
          </a:r>
          <a:br>
            <a:rPr lang="en-US" sz="1100" kern="1200"/>
          </a:br>
          <a:r>
            <a:rPr lang="en-US" sz="1100" kern="1200"/>
            <a:t> ✔ Never share passwords or OTPs</a:t>
          </a:r>
          <a:br>
            <a:rPr lang="en-US" sz="1100" kern="1200"/>
          </a:br>
          <a:r>
            <a:rPr lang="en-US" sz="1100" kern="1200"/>
            <a:t> ✔ Enable Two-Factor Authentication (2FA)</a:t>
          </a:r>
          <a:br>
            <a:rPr lang="en-US" sz="1100" kern="1200"/>
          </a:br>
          <a:r>
            <a:rPr lang="en-US" sz="1100" kern="1200"/>
            <a:t> ✔ Update antivirus &amp; OS</a:t>
          </a:r>
          <a:br>
            <a:rPr lang="en-US" sz="1100" kern="1200"/>
          </a:br>
          <a:r>
            <a:rPr lang="en-US" sz="1100" kern="1200"/>
            <a:t> ✔ Verify links before clicking</a:t>
          </a:r>
          <a:br>
            <a:rPr lang="en-US" sz="1100" kern="1200"/>
          </a:br>
          <a:r>
            <a:rPr lang="en-US" sz="1100" kern="1200"/>
            <a:t> ✔ Do not download unknown attachments</a:t>
          </a:r>
          <a:br>
            <a:rPr lang="en-US" sz="1100" kern="1200"/>
          </a:br>
          <a:r>
            <a:rPr lang="en-US" sz="1100" kern="1200"/>
            <a:t> ✔ Report suspicious emails to IT/security team</a:t>
          </a:r>
        </a:p>
      </dsp:txBody>
      <dsp:txXfrm>
        <a:off x="765914" y="2739740"/>
        <a:ext cx="4320000" cy="1215000"/>
      </dsp:txXfrm>
    </dsp:sp>
    <dsp:sp modelId="{E14F2853-B673-4273-9613-046DBF280B20}">
      <dsp:nvSpPr>
        <dsp:cNvPr id="0" name=""/>
        <dsp:cNvSpPr/>
      </dsp:nvSpPr>
      <dsp:spPr>
        <a:xfrm>
          <a:off x="7029914" y="23806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86A3C-0415-4682-AAB3-EE8075468C5F}">
      <dsp:nvSpPr>
        <dsp:cNvPr id="0" name=""/>
        <dsp:cNvSpPr/>
      </dsp:nvSpPr>
      <dsp:spPr>
        <a:xfrm>
          <a:off x="5841914" y="2739740"/>
          <a:ext cx="4320000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Golden Rule:</a:t>
          </a:r>
          <a:r>
            <a:rPr lang="en-US" sz="1100" kern="1200"/>
            <a:t> If in doubt — don’t click.</a:t>
          </a:r>
        </a:p>
      </dsp:txBody>
      <dsp:txXfrm>
        <a:off x="5841914" y="2739740"/>
        <a:ext cx="4320000" cy="121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  <a:ea typeface="+mj-lt"/>
                <a:cs typeface="+mj-lt"/>
              </a:rPr>
              <a:t>Phishing Awareness Training</a:t>
            </a:r>
            <a:endParaRPr lang="en-US" sz="54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Learn how to identify and avoid online scams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E15A0-7D8F-06D5-2A0B-613C4302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923293"/>
            <a:ext cx="4030132" cy="464172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What is Phishing ?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E72D2-AF04-32C1-52FC-079B76B1F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Phishing is a cyber-attack where criminals try to trick you into giving personal information such as passwords, bank details, or login credentials.</a:t>
            </a:r>
          </a:p>
          <a:p>
            <a:endParaRPr lang="en-US" sz="130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Goal of attackers:</a:t>
            </a:r>
          </a:p>
          <a:p>
            <a:endParaRPr lang="en-US" sz="1300" b="1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Steal money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Steal identity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Access accounts &amp; company data</a:t>
            </a:r>
            <a:endParaRPr lang="en-US" sz="1300">
              <a:solidFill>
                <a:schemeClr val="bg1"/>
              </a:solidFill>
            </a:endParaRPr>
          </a:p>
          <a:p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Install malware</a:t>
            </a:r>
            <a:endParaRPr lang="en-US" sz="1300">
              <a:solidFill>
                <a:schemeClr val="bg1"/>
              </a:solidFill>
            </a:endParaRPr>
          </a:p>
          <a:p>
            <a:endParaRPr lang="en-US" sz="130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300" b="1">
                <a:solidFill>
                  <a:schemeClr val="bg1"/>
                </a:solidFill>
                <a:ea typeface="+mn-lt"/>
                <a:cs typeface="+mn-lt"/>
              </a:rPr>
              <a:t>Simple Example:</a:t>
            </a:r>
            <a:endParaRPr lang="en-US" sz="130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 sz="130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 A fake email pretending to be from your bank asking you to “verify your account”.</a:t>
            </a:r>
            <a:endParaRPr lang="en-US" sz="1300">
              <a:solidFill>
                <a:schemeClr val="bg1"/>
              </a:solidFill>
            </a:endParaRPr>
          </a:p>
          <a:p>
            <a:endParaRPr lang="en-US" sz="130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09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EFE9F-81C2-B5C2-230C-42B3E248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Common Types of Phishing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9DAB8C-3231-AD65-8881-F9DBB0AD9F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90448"/>
          <a:ext cx="10927829" cy="403706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19912">
                  <a:extLst>
                    <a:ext uri="{9D8B030D-6E8A-4147-A177-3AD203B41FA5}">
                      <a16:colId xmlns:a16="http://schemas.microsoft.com/office/drawing/2014/main" val="2539076317"/>
                    </a:ext>
                  </a:extLst>
                </a:gridCol>
                <a:gridCol w="6307917">
                  <a:extLst>
                    <a:ext uri="{9D8B030D-6E8A-4147-A177-3AD203B41FA5}">
                      <a16:colId xmlns:a16="http://schemas.microsoft.com/office/drawing/2014/main" val="2400612677"/>
                    </a:ext>
                  </a:extLst>
                </a:gridCol>
              </a:tblGrid>
              <a:tr h="482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Type</a:t>
                      </a:r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Description</a:t>
                      </a:r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49584"/>
                  </a:ext>
                </a:extLst>
              </a:tr>
              <a:tr h="482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Email Phishing</a:t>
                      </a:r>
                      <a:endParaRPr lang="en-US" sz="2200"/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Fake emails pretending to be trusted companies</a:t>
                      </a:r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441967"/>
                  </a:ext>
                </a:extLst>
              </a:tr>
              <a:tr h="482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Smishing</a:t>
                      </a:r>
                      <a:endParaRPr lang="en-US" sz="2200"/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Fake SMS messages</a:t>
                      </a:r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504627"/>
                  </a:ext>
                </a:extLst>
              </a:tr>
              <a:tr h="482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Vishing</a:t>
                      </a:r>
                      <a:endParaRPr lang="en-US" sz="2200"/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Voice calls pretending to be official authority</a:t>
                      </a:r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749909"/>
                  </a:ext>
                </a:extLst>
              </a:tr>
              <a:tr h="81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Spear Phishing</a:t>
                      </a:r>
                      <a:endParaRPr lang="en-US" sz="2200"/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Targeted attack against specific person/organization</a:t>
                      </a:r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922907"/>
                  </a:ext>
                </a:extLst>
              </a:tr>
              <a:tr h="81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Fake Websites</a:t>
                      </a:r>
                      <a:endParaRPr lang="en-US" sz="2200"/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Websites designed to look real and steal credentials</a:t>
                      </a:r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099542"/>
                  </a:ext>
                </a:extLst>
              </a:tr>
              <a:tr h="482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Social Media Scams</a:t>
                      </a:r>
                      <a:endParaRPr lang="en-US" sz="2200"/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Fake profiles, giveaway scams, hacked accounts</a:t>
                      </a:r>
                    </a:p>
                  </a:txBody>
                  <a:tcPr marL="109703" marR="109703" marT="54851" marB="54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495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38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930E99-E68A-7317-4A9D-243BCC06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Signs of a Phishing Email</a:t>
            </a:r>
            <a:endParaRPr lang="en-US" sz="4800"/>
          </a:p>
        </p:txBody>
      </p:sp>
      <p:graphicFrame>
        <p:nvGraphicFramePr>
          <p:cNvPr id="57" name="Content Placeholder 54">
            <a:extLst>
              <a:ext uri="{FF2B5EF4-FFF2-40B4-BE49-F238E27FC236}">
                <a16:creationId xmlns:a16="http://schemas.microsoft.com/office/drawing/2014/main" id="{0B6109A8-F948-F514-FEEC-FC51C4535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342358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7684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10C2F-D2C9-C63C-1B9E-94A6D8F4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How To Identify Fake Websites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BAC4-E956-9077-74DA-F502C77EE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❌ Wrong website spelling (e.g., </a:t>
            </a:r>
            <a:r>
              <a:rPr lang="en-US" sz="24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g0ogle.com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)</a:t>
            </a:r>
            <a:b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</a:br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❌ No HTTPS/lock icon 🔒</a:t>
            </a:r>
            <a:b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</a:br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❌ Poor design or broken links</a:t>
            </a:r>
            <a:b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</a:br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❌ Asking for login or banking info immediately</a:t>
            </a:r>
            <a:b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</a:br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❌ Pop-ups requesting sensitive info</a:t>
            </a:r>
            <a:endParaRPr lang="en-US" sz="24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142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6259D-E8AD-3DE5-9C58-DAF0523DF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Social Engineering Tricks</a:t>
            </a:r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CBC1D-8C6C-38F3-CBA3-33919D9F8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Attackers use psychological manipulation like: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Authority:</a:t>
            </a:r>
            <a:r>
              <a:rPr lang="en-US" sz="2000">
                <a:ea typeface="+mn-lt"/>
                <a:cs typeface="+mn-lt"/>
              </a:rPr>
              <a:t> Pretending to be bank/government/CEO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Urgency:</a:t>
            </a:r>
            <a:r>
              <a:rPr lang="en-US" sz="2000">
                <a:ea typeface="+mn-lt"/>
                <a:cs typeface="+mn-lt"/>
              </a:rPr>
              <a:t> “Do this now or your account will close”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Fear:</a:t>
            </a:r>
            <a:r>
              <a:rPr lang="en-US" sz="2000">
                <a:ea typeface="+mn-lt"/>
                <a:cs typeface="+mn-lt"/>
              </a:rPr>
              <a:t> “Your account is hacked”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Curiosity:</a:t>
            </a:r>
            <a:r>
              <a:rPr lang="en-US" sz="2000">
                <a:ea typeface="+mn-lt"/>
                <a:cs typeface="+mn-lt"/>
              </a:rPr>
              <a:t> Fake prize, discount, job offer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Trust:</a:t>
            </a:r>
            <a:r>
              <a:rPr lang="en-US" sz="2000">
                <a:ea typeface="+mn-lt"/>
                <a:cs typeface="+mn-lt"/>
              </a:rPr>
              <a:t> Fake friend messages or hacked accounts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68297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C4FC5-A0AD-AD48-41A6-68B18391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Best Security Practices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2F0408-CA18-C243-A7DB-AB2F4606FE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734601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999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6B016-D1E3-93DE-5594-CA95155CF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99066201-74C1-7798-3DB9-2748C04FD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18869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Phishing Awareness Training</vt:lpstr>
      <vt:lpstr>What is Phishing ?</vt:lpstr>
      <vt:lpstr>Common Types of Phishing</vt:lpstr>
      <vt:lpstr>Signs of a Phishing Email</vt:lpstr>
      <vt:lpstr>How To Identify Fake Websites</vt:lpstr>
      <vt:lpstr>Social Engineering Tricks </vt:lpstr>
      <vt:lpstr>Best Security Practices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</cp:revision>
  <dcterms:created xsi:type="dcterms:W3CDTF">2025-10-30T07:22:54Z</dcterms:created>
  <dcterms:modified xsi:type="dcterms:W3CDTF">2025-10-30T07:54:56Z</dcterms:modified>
</cp:coreProperties>
</file>